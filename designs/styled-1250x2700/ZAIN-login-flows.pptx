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Mobile number sign-in</a:t>
            </a:r>
          </a:p>
          <a:p/>
          <a:p>
            <a:r>
              <a:t>Splash, number entry, number validation loading, SMS verification, verification loading, Home.</a:t>
            </a:r>
          </a:p>
          <a:p/>
          <a:p>
            <a:r>
              <a:t>Source: flow-boards/01-mobile-number.png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sign-in</a:t>
            </a:r>
          </a:p>
          <a:p/>
          <a:p>
            <a:r>
              <a:t>Google connection and provider authentication. If a subscriber number is already linked, go directly to Home; otherwise link and verify the number.</a:t>
            </a:r>
          </a:p>
          <a:p/>
          <a:p>
            <a:r>
              <a:t>Source: flow-boards/02-google.png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Automatic network sign-in</a:t>
            </a:r>
          </a:p>
          <a:p/>
          <a:p>
            <a:r>
              <a:t>Secure company-network identification during Splash opens Home. Failed or unavailable verification opens Sign in.</a:t>
            </a:r>
          </a:p>
          <a:p/>
          <a:p>
            <a:r>
              <a:t>Source: flow-boards/03-automatic-network.png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 not found</a:t>
            </a:r>
          </a:p>
          <a:p/>
          <a:p>
            <a:r>
              <a:t>Number validation loading, actionable error, edit number and retry. No SMS is sent for rejected numbers.</a:t>
            </a:r>
          </a:p>
          <a:p/>
          <a:p>
            <a:r>
              <a:t>Source: flow-boards/04-number-not-found.png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operator</a:t>
            </a:r>
          </a:p>
          <a:p/>
          <a:p>
            <a:r>
              <a:t>Number validation loading, operator eligibility error, use a company number and retry.</a:t>
            </a:r>
          </a:p>
          <a:p/>
          <a:p>
            <a:r>
              <a:t>Source: flow-boards/05-other-operator.png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Loading states</a:t>
            </a:r>
          </a:p>
          <a:p/>
          <a:p>
            <a:r>
              <a:t>Contextual spinner states for number validation, SMS verification, Google connection and automatic network verification. PNG snapshots are static; animations are in the accompanying SVG/HTML files.</a:t>
            </a:r>
          </a:p>
          <a:p/>
          <a:p>
            <a:r>
              <a:t>Source: flow-boards/06-loading-states.png</a:t>
            </a:r>
          </a:p>
          <a:p>
            <a:r>
              <a:t>Phone format: +963 944 222 111. Individual screen dimensions: 1250 x 2700 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bile number sign-in" descr="Splash, number entry, number validation loading, SMS verification, verification loading, Home." title="Mobile number 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69392"/>
            <a:ext cx="14264640" cy="7290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oogle sign-in" descr="Google connection and provider authentication. If a subscriber number is already linked, go directly to Home; otherwise link and verify the number." title="Google 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76036"/>
            <a:ext cx="14264640" cy="64775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utomatic network sign-in" descr="Secure company-network identification during Splash opens Home. Failed or unavailable verification opens Sign in." title="Automatic network 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69392"/>
            <a:ext cx="14264640" cy="72908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Number not found" descr="Number validation loading, actionable error, edit number and retry. No SMS is sent for rejected numbers." title="Number not f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69392"/>
            <a:ext cx="14264640" cy="7290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ther operator" descr="Number validation loading, operator eligibility error, use a company number and retry." title="Other opera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69392"/>
            <a:ext cx="14264640" cy="7290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ading states" descr="Contextual spinner states for number validation, SMS verification, Google connection and automatic network verification. PNG snapshots are static; animations are in the accompanying SVG/HTML files." title="Loading sta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90144"/>
            <a:ext cx="14264640" cy="7449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ZAIN — Login flows and loading states</dc:title>
  <dc:subject>English mobile screens, 1250 x 2700 pixels</dc:subject>
  <dc:creator>ZAIN</dc:creator>
  <cp:keywords>ZAIN, onboarding, login, loading, mobile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